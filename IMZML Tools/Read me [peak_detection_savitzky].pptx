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8"/>
    <p:restoredTop sz="94650"/>
  </p:normalViewPr>
  <p:slideViewPr>
    <p:cSldViewPr snapToGrid="0">
      <p:cViewPr>
        <p:scale>
          <a:sx n="96" d="100"/>
          <a:sy n="96" d="100"/>
        </p:scale>
        <p:origin x="127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9E74-1E2E-B894-5A6B-9B472DCB3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4D247-A8C1-1707-2745-C921D7A9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5F412-5BA5-88BD-5952-2400E935E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4BA60-FE80-46E4-B2DF-21874B8E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B69B5-339A-8D83-08FA-2214FC3B5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5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F6383-F22E-104A-08F1-E92D243B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EED2E-87EC-46DA-03E7-AA5949B5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87D8F-8A15-6D44-0D0B-AC83E8F6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7B148-214F-3CE9-12DE-D759CFC7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C1647-08B8-4C99-ED55-95149A9E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98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8160-E0FB-6F8A-F14F-DD78DA1C3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12218-C49B-86A7-B60D-7F59EAF4D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74FD7-9B14-F441-49CF-9D73F0AA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9BB0E-45FE-F7DE-706B-8555774E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92D26-3472-AF44-DA7C-E907CC57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61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F6C9-26BA-CED4-0523-6A85754E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A1110-4122-C66A-0C15-2E7B93C553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0F228-3817-49F4-AC56-512FF8FE6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200CB-35A3-F482-184E-B955195E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07CF9-7326-3B26-E908-0E559AE9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BAC58-8A1B-B981-3946-DB98C980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AF4F-76AF-98A2-3D71-5BF8D22B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35C8D-D332-FB35-B5AC-F8A17BA94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9D1B1-5851-41DF-8E92-3614F1A72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17CEA-75EC-EF3F-72E5-007D29BE9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79B1E-C8D9-3596-C3E6-6CC5ADA57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5DA36F-CB48-25A0-9348-119EA20CC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DC38DF-D81C-576C-0897-AF1ABF5A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69F69-5C03-A3B2-45EF-3306E47E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6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5B38-8C51-8AB3-325C-F5FBA99B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D7AC2-6ADF-A001-22E8-04C1FE1B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0AA52-6013-0F15-D5BE-C1E5B918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13208-B05F-7B44-317E-FBF2AD83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7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1DD3E-41E9-00D9-48E2-A5614AFE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D1D77-BAA2-4B60-B50B-A474503D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30346-FF5E-4097-40AB-6EE8837B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5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8377-166D-51B2-619C-AE37A936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3534-4367-DD85-3788-5564206EE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025E2-1312-1299-6D14-4E063FF71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61EAE-23AB-922E-0764-50C84E98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B6E7-6307-BBFC-0922-F6B3CE0FD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03714-F9EC-C473-7CAC-46F955B6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03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63BB-0CDB-3731-84F4-92F5AAB0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06D533-43C2-82C3-F835-11E0F0AB8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6E005-A6C3-202E-3BAF-0C4BEEC16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EE555-40A6-10C7-51B8-23E7B7A1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C4973-1C2C-CC10-E67B-AF044C07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280AB-B6F7-5BEF-E93C-5215BD72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4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E380-9895-66FE-BAFF-3DEDEF72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2155F-FA16-920C-AB87-C53794CBE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7D454-F929-C269-2536-64516200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BB5D3-B36E-9110-94B9-4D3AF9E6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1801E-3CF5-8A12-F622-82B348E2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2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DC695-69B4-4F5E-4CCA-2FAE6C891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B3350-A0F8-ED60-63C4-0393664F2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0D545-6DFB-B30B-BFEF-C5BE8FA1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62754-29CD-B77C-9944-ED71E063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C770D-FB46-97B8-E0F2-58950C13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5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7BDFD-4D61-1F3E-C438-DE855A2C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9CA22-7F05-4CE9-8A86-89C6D8AA7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ECD8B-EBC2-0635-5E62-37F833762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91391-24DA-5046-ACE1-EC538B8DDE3E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5E4A1-C9C3-9D9C-F787-CFBEBF9B7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5DDEC-D2B1-E0B2-6934-0602F39D7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1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8114C6-E2E7-5FEB-98F2-7A5A5ED3A647}"/>
              </a:ext>
            </a:extLst>
          </p:cNvPr>
          <p:cNvCxnSpPr>
            <a:cxnSpLocks/>
          </p:cNvCxnSpPr>
          <p:nvPr/>
        </p:nvCxnSpPr>
        <p:spPr>
          <a:xfrm flipV="1">
            <a:off x="326733" y="807873"/>
            <a:ext cx="0" cy="362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D497C2-B5CF-75FA-C67B-0D87CE7289CC}"/>
              </a:ext>
            </a:extLst>
          </p:cNvPr>
          <p:cNvCxnSpPr>
            <a:cxnSpLocks/>
          </p:cNvCxnSpPr>
          <p:nvPr/>
        </p:nvCxnSpPr>
        <p:spPr>
          <a:xfrm>
            <a:off x="326733" y="4434069"/>
            <a:ext cx="62824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>
            <a:extLst>
              <a:ext uri="{FF2B5EF4-FFF2-40B4-BE49-F238E27FC236}">
                <a16:creationId xmlns:a16="http://schemas.microsoft.com/office/drawing/2014/main" id="{5A0D148F-6D92-4059-4978-57FF625A76FC}"/>
              </a:ext>
            </a:extLst>
          </p:cNvPr>
          <p:cNvSpPr/>
          <p:nvPr/>
        </p:nvSpPr>
        <p:spPr>
          <a:xfrm>
            <a:off x="451445" y="1248966"/>
            <a:ext cx="8813494" cy="3185103"/>
          </a:xfrm>
          <a:custGeom>
            <a:avLst/>
            <a:gdLst>
              <a:gd name="connsiteX0" fmla="*/ 0 w 8692308"/>
              <a:gd name="connsiteY0" fmla="*/ 3977089 h 4209672"/>
              <a:gd name="connsiteX1" fmla="*/ 484742 w 8692308"/>
              <a:gd name="connsiteY1" fmla="*/ 3899971 h 4209672"/>
              <a:gd name="connsiteX2" fmla="*/ 1630496 w 8692308"/>
              <a:gd name="connsiteY2" fmla="*/ 1079653 h 4209672"/>
              <a:gd name="connsiteX3" fmla="*/ 2379643 w 8692308"/>
              <a:gd name="connsiteY3" fmla="*/ 4153359 h 4209672"/>
              <a:gd name="connsiteX4" fmla="*/ 3514380 w 8692308"/>
              <a:gd name="connsiteY4" fmla="*/ 0 h 4209672"/>
              <a:gd name="connsiteX5" fmla="*/ 5133860 w 8692308"/>
              <a:gd name="connsiteY5" fmla="*/ 4153359 h 4209672"/>
              <a:gd name="connsiteX6" fmla="*/ 8692308 w 8692308"/>
              <a:gd name="connsiteY6" fmla="*/ 2379643 h 4209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92308" h="4209672">
                <a:moveTo>
                  <a:pt x="0" y="3977089"/>
                </a:moveTo>
                <a:cubicBezTo>
                  <a:pt x="106496" y="4179983"/>
                  <a:pt x="212993" y="4382877"/>
                  <a:pt x="484742" y="3899971"/>
                </a:cubicBezTo>
                <a:cubicBezTo>
                  <a:pt x="756491" y="3417065"/>
                  <a:pt x="1314679" y="1037422"/>
                  <a:pt x="1630496" y="1079653"/>
                </a:cubicBezTo>
                <a:cubicBezTo>
                  <a:pt x="1946313" y="1121884"/>
                  <a:pt x="2065662" y="4333301"/>
                  <a:pt x="2379643" y="4153359"/>
                </a:cubicBezTo>
                <a:cubicBezTo>
                  <a:pt x="2693624" y="3973417"/>
                  <a:pt x="3055344" y="0"/>
                  <a:pt x="3514380" y="0"/>
                </a:cubicBezTo>
                <a:cubicBezTo>
                  <a:pt x="3973416" y="0"/>
                  <a:pt x="4270872" y="3756752"/>
                  <a:pt x="5133860" y="4153359"/>
                </a:cubicBezTo>
                <a:cubicBezTo>
                  <a:pt x="5996848" y="4549966"/>
                  <a:pt x="8057002" y="2734019"/>
                  <a:pt x="8692308" y="237964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D955918-887E-E736-11BF-7B8371D3F7DB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2104671" y="2065848"/>
            <a:ext cx="2" cy="280780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6F571D-D82A-B9EA-0C27-7A6A0E37D0B1}"/>
              </a:ext>
            </a:extLst>
          </p:cNvPr>
          <p:cNvCxnSpPr>
            <a:cxnSpLocks/>
            <a:stCxn id="26" idx="4"/>
          </p:cNvCxnSpPr>
          <p:nvPr/>
        </p:nvCxnSpPr>
        <p:spPr>
          <a:xfrm flipH="1">
            <a:off x="4010375" y="1248966"/>
            <a:ext cx="4447" cy="362468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5557E58-8CC1-390A-6DF5-F2E380059BFD}"/>
              </a:ext>
            </a:extLst>
          </p:cNvPr>
          <p:cNvCxnSpPr/>
          <p:nvPr/>
        </p:nvCxnSpPr>
        <p:spPr>
          <a:xfrm>
            <a:off x="2116293" y="4750722"/>
            <a:ext cx="19162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9937C9B-0F19-976A-F552-0CE4EF53C009}"/>
              </a:ext>
            </a:extLst>
          </p:cNvPr>
          <p:cNvSpPr txBox="1"/>
          <p:nvPr/>
        </p:nvSpPr>
        <p:spPr>
          <a:xfrm>
            <a:off x="2484863" y="4704377"/>
            <a:ext cx="971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0.024 Da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2D0D4B9-609C-2FD5-95C1-9341551C8958}"/>
              </a:ext>
            </a:extLst>
          </p:cNvPr>
          <p:cNvSpPr/>
          <p:nvPr/>
        </p:nvSpPr>
        <p:spPr>
          <a:xfrm>
            <a:off x="2060604" y="2021780"/>
            <a:ext cx="88135" cy="8813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FB428B2-2B26-565D-DD2C-ED7204BE79C4}"/>
              </a:ext>
            </a:extLst>
          </p:cNvPr>
          <p:cNvSpPr/>
          <p:nvPr/>
        </p:nvSpPr>
        <p:spPr>
          <a:xfrm>
            <a:off x="3970754" y="1204897"/>
            <a:ext cx="88135" cy="8813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6A55B44-700D-062D-B9DA-465847AB11B1}"/>
              </a:ext>
            </a:extLst>
          </p:cNvPr>
          <p:cNvSpPr/>
          <p:nvPr/>
        </p:nvSpPr>
        <p:spPr>
          <a:xfrm>
            <a:off x="3577998" y="1866482"/>
            <a:ext cx="88135" cy="8813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3D69C4A-7B74-F7CE-B6D6-0A9EE0136586}"/>
              </a:ext>
            </a:extLst>
          </p:cNvPr>
          <p:cNvSpPr/>
          <p:nvPr/>
        </p:nvSpPr>
        <p:spPr>
          <a:xfrm>
            <a:off x="3314660" y="2797449"/>
            <a:ext cx="88135" cy="8813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A1681F7-2D3B-C363-FC3A-573C317D7661}"/>
              </a:ext>
            </a:extLst>
          </p:cNvPr>
          <p:cNvSpPr/>
          <p:nvPr/>
        </p:nvSpPr>
        <p:spPr>
          <a:xfrm>
            <a:off x="3137642" y="3570264"/>
            <a:ext cx="88135" cy="8813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690CA1B-2FDF-FDEB-82DA-907FEFFAC8E8}"/>
              </a:ext>
            </a:extLst>
          </p:cNvPr>
          <p:cNvSpPr/>
          <p:nvPr/>
        </p:nvSpPr>
        <p:spPr>
          <a:xfrm>
            <a:off x="2805583" y="4345934"/>
            <a:ext cx="88135" cy="8813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07BDB56-287D-AF40-A932-ADA8AF37B296}"/>
              </a:ext>
            </a:extLst>
          </p:cNvPr>
          <p:cNvSpPr/>
          <p:nvPr/>
        </p:nvSpPr>
        <p:spPr>
          <a:xfrm>
            <a:off x="2510624" y="3595827"/>
            <a:ext cx="88135" cy="8813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A18A78F-C1CE-D5BC-0CC7-7474394C0C59}"/>
              </a:ext>
            </a:extLst>
          </p:cNvPr>
          <p:cNvSpPr/>
          <p:nvPr/>
        </p:nvSpPr>
        <p:spPr>
          <a:xfrm>
            <a:off x="2365227" y="2797449"/>
            <a:ext cx="88135" cy="8813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C819921-D34A-E85E-2E3A-87CA193821FC}"/>
              </a:ext>
            </a:extLst>
          </p:cNvPr>
          <p:cNvSpPr/>
          <p:nvPr/>
        </p:nvSpPr>
        <p:spPr>
          <a:xfrm>
            <a:off x="1610586" y="2615594"/>
            <a:ext cx="88135" cy="8813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099DEB5-F15E-16C1-E017-A2326C9078C5}"/>
              </a:ext>
            </a:extLst>
          </p:cNvPr>
          <p:cNvSpPr/>
          <p:nvPr/>
        </p:nvSpPr>
        <p:spPr>
          <a:xfrm>
            <a:off x="1285287" y="3357170"/>
            <a:ext cx="88135" cy="8813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22DBB01-B2AB-69F0-1B2B-95B665B5931A}"/>
              </a:ext>
            </a:extLst>
          </p:cNvPr>
          <p:cNvSpPr/>
          <p:nvPr/>
        </p:nvSpPr>
        <p:spPr>
          <a:xfrm>
            <a:off x="1039428" y="3883226"/>
            <a:ext cx="88135" cy="8813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939A2C8-501D-5451-C94A-38F7BB952C15}"/>
              </a:ext>
            </a:extLst>
          </p:cNvPr>
          <p:cNvSpPr/>
          <p:nvPr/>
        </p:nvSpPr>
        <p:spPr>
          <a:xfrm>
            <a:off x="614201" y="4390001"/>
            <a:ext cx="88135" cy="8813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BA3EBC0-1433-FE07-4A04-48D7A48B8CC8}"/>
              </a:ext>
            </a:extLst>
          </p:cNvPr>
          <p:cNvSpPr/>
          <p:nvPr/>
        </p:nvSpPr>
        <p:spPr>
          <a:xfrm>
            <a:off x="4420774" y="1977712"/>
            <a:ext cx="88135" cy="8813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2BE9608-28EC-E2D2-A16B-895DE5C21AC2}"/>
              </a:ext>
            </a:extLst>
          </p:cNvPr>
          <p:cNvSpPr/>
          <p:nvPr/>
        </p:nvSpPr>
        <p:spPr>
          <a:xfrm>
            <a:off x="4770057" y="3062141"/>
            <a:ext cx="88135" cy="8813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1C2053E-909F-E0AA-FB60-7DBD70E82380}"/>
              </a:ext>
            </a:extLst>
          </p:cNvPr>
          <p:cNvSpPr/>
          <p:nvPr/>
        </p:nvSpPr>
        <p:spPr>
          <a:xfrm>
            <a:off x="5186419" y="3970198"/>
            <a:ext cx="88135" cy="8813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FAEA5D4-61A9-8089-E9FB-B35282225239}"/>
              </a:ext>
            </a:extLst>
          </p:cNvPr>
          <p:cNvSpPr/>
          <p:nvPr/>
        </p:nvSpPr>
        <p:spPr>
          <a:xfrm>
            <a:off x="5966798" y="4375128"/>
            <a:ext cx="88135" cy="8813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41EC0B1-F00C-8DCF-74D5-490E97F20FB0}"/>
              </a:ext>
            </a:extLst>
          </p:cNvPr>
          <p:cNvSpPr/>
          <p:nvPr/>
        </p:nvSpPr>
        <p:spPr>
          <a:xfrm>
            <a:off x="6778798" y="4185582"/>
            <a:ext cx="88135" cy="8813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01C0C6C-086D-09F8-44AE-D25FA9111A44}"/>
              </a:ext>
            </a:extLst>
          </p:cNvPr>
          <p:cNvCxnSpPr>
            <a:cxnSpLocks/>
          </p:cNvCxnSpPr>
          <p:nvPr/>
        </p:nvCxnSpPr>
        <p:spPr>
          <a:xfrm flipV="1">
            <a:off x="3062791" y="869745"/>
            <a:ext cx="0" cy="3791712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28BC7B9-B0AF-6C7C-ABDB-8505988E2FE8}"/>
              </a:ext>
            </a:extLst>
          </p:cNvPr>
          <p:cNvCxnSpPr>
            <a:cxnSpLocks/>
          </p:cNvCxnSpPr>
          <p:nvPr/>
        </p:nvCxnSpPr>
        <p:spPr>
          <a:xfrm flipV="1">
            <a:off x="4977984" y="807873"/>
            <a:ext cx="0" cy="3791712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7A85BDB-2D0A-297A-67CC-EDC43FCC267E}"/>
              </a:ext>
            </a:extLst>
          </p:cNvPr>
          <p:cNvCxnSpPr>
            <a:cxnSpLocks/>
          </p:cNvCxnSpPr>
          <p:nvPr/>
        </p:nvCxnSpPr>
        <p:spPr>
          <a:xfrm flipV="1">
            <a:off x="1127563" y="810555"/>
            <a:ext cx="0" cy="3791712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4144409-D2D2-85A3-D8FA-815CF6DEDBF0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127563" y="2065847"/>
            <a:ext cx="933041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D985021-D84E-B68F-3DDA-58332822782F}"/>
              </a:ext>
            </a:extLst>
          </p:cNvPr>
          <p:cNvCxnSpPr>
            <a:cxnSpLocks/>
            <a:stCxn id="42" idx="6"/>
          </p:cNvCxnSpPr>
          <p:nvPr/>
        </p:nvCxnSpPr>
        <p:spPr>
          <a:xfrm flipV="1">
            <a:off x="2148739" y="2065847"/>
            <a:ext cx="932490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0958AA5-4A39-4B02-081B-B011FBBD8B2B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3049881" y="1248964"/>
            <a:ext cx="92087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776CD38-608E-1150-ABF8-7C09764112EC}"/>
              </a:ext>
            </a:extLst>
          </p:cNvPr>
          <p:cNvCxnSpPr>
            <a:cxnSpLocks/>
            <a:stCxn id="43" idx="6"/>
          </p:cNvCxnSpPr>
          <p:nvPr/>
        </p:nvCxnSpPr>
        <p:spPr>
          <a:xfrm flipV="1">
            <a:off x="4058889" y="1248964"/>
            <a:ext cx="932490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822D25A-F213-3314-E609-D5DBB4D4CEBB}"/>
              </a:ext>
            </a:extLst>
          </p:cNvPr>
          <p:cNvSpPr txBox="1"/>
          <p:nvPr/>
        </p:nvSpPr>
        <p:spPr>
          <a:xfrm>
            <a:off x="1707688" y="1607773"/>
            <a:ext cx="817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Peak</a:t>
            </a:r>
            <a:r>
              <a:rPr lang="en-US" sz="1600" dirty="0"/>
              <a:t> 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01E193-E420-B5E8-4AB5-CD09157C9DD2}"/>
              </a:ext>
            </a:extLst>
          </p:cNvPr>
          <p:cNvSpPr txBox="1"/>
          <p:nvPr/>
        </p:nvSpPr>
        <p:spPr>
          <a:xfrm>
            <a:off x="3644920" y="799798"/>
            <a:ext cx="817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Peak</a:t>
            </a:r>
            <a:r>
              <a:rPr lang="en-US" sz="1600" dirty="0"/>
              <a:t> 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BA3A94F-2A90-4CCF-9994-681A53A82E0C}"/>
              </a:ext>
            </a:extLst>
          </p:cNvPr>
          <p:cNvSpPr txBox="1"/>
          <p:nvPr/>
        </p:nvSpPr>
        <p:spPr>
          <a:xfrm>
            <a:off x="9389651" y="53562"/>
            <a:ext cx="2662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Maximum augmentation distance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67D15B9-4E8D-A850-2755-9433D5AD6119}"/>
              </a:ext>
            </a:extLst>
          </p:cNvPr>
          <p:cNvCxnSpPr>
            <a:cxnSpLocks/>
          </p:cNvCxnSpPr>
          <p:nvPr/>
        </p:nvCxnSpPr>
        <p:spPr>
          <a:xfrm>
            <a:off x="10086729" y="746060"/>
            <a:ext cx="9649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B238A2C-1524-1D92-8876-7D91A91C59C2}"/>
              </a:ext>
            </a:extLst>
          </p:cNvPr>
          <p:cNvSpPr txBox="1"/>
          <p:nvPr/>
        </p:nvSpPr>
        <p:spPr>
          <a:xfrm>
            <a:off x="9389651" y="746060"/>
            <a:ext cx="1978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Minimum Peak spacing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B3130CF-1F55-8B8A-43E7-AB610E2A8894}"/>
              </a:ext>
            </a:extLst>
          </p:cNvPr>
          <p:cNvCxnSpPr>
            <a:cxnSpLocks/>
          </p:cNvCxnSpPr>
          <p:nvPr/>
        </p:nvCxnSpPr>
        <p:spPr>
          <a:xfrm flipV="1">
            <a:off x="10130796" y="1181867"/>
            <a:ext cx="920873" cy="26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D5F88BBC-6DEA-C4CA-59E4-68D6A4BDAB90}"/>
              </a:ext>
            </a:extLst>
          </p:cNvPr>
          <p:cNvSpPr/>
          <p:nvPr/>
        </p:nvSpPr>
        <p:spPr>
          <a:xfrm>
            <a:off x="10569199" y="1592493"/>
            <a:ext cx="88135" cy="88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AB538F1-CEBD-62DD-1F88-3DF0C37B32C1}"/>
              </a:ext>
            </a:extLst>
          </p:cNvPr>
          <p:cNvSpPr txBox="1"/>
          <p:nvPr/>
        </p:nvSpPr>
        <p:spPr>
          <a:xfrm>
            <a:off x="9963654" y="1184471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 points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AEA15BF-8718-490A-A6F9-2CD9803BAAC9}"/>
              </a:ext>
            </a:extLst>
          </p:cNvPr>
          <p:cNvSpPr/>
          <p:nvPr/>
        </p:nvSpPr>
        <p:spPr>
          <a:xfrm>
            <a:off x="10569198" y="2038406"/>
            <a:ext cx="88135" cy="8813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EC1B6D4-FD9C-BEF8-7081-C5265C70B11A}"/>
              </a:ext>
            </a:extLst>
          </p:cNvPr>
          <p:cNvSpPr txBox="1"/>
          <p:nvPr/>
        </p:nvSpPr>
        <p:spPr>
          <a:xfrm>
            <a:off x="9791919" y="1680628"/>
            <a:ext cx="1317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Detected peak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8349EF9-3EAF-AEB3-CF7A-4F72C83C1B20}"/>
              </a:ext>
            </a:extLst>
          </p:cNvPr>
          <p:cNvSpPr txBox="1"/>
          <p:nvPr/>
        </p:nvSpPr>
        <p:spPr>
          <a:xfrm>
            <a:off x="9272305" y="2195187"/>
            <a:ext cx="3157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Eligible neighboring datapoint for augmentation peak 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EAEB8FF-9EF4-3AE9-588B-727C445CAC21}"/>
              </a:ext>
            </a:extLst>
          </p:cNvPr>
          <p:cNvSpPr txBox="1"/>
          <p:nvPr/>
        </p:nvSpPr>
        <p:spPr>
          <a:xfrm>
            <a:off x="9228866" y="2867897"/>
            <a:ext cx="3157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Eligible neighboring datapoint for augmentation peak 1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8C8C448-258B-8D71-BCC0-952DFC014B21}"/>
              </a:ext>
            </a:extLst>
          </p:cNvPr>
          <p:cNvSpPr/>
          <p:nvPr/>
        </p:nvSpPr>
        <p:spPr>
          <a:xfrm>
            <a:off x="10569198" y="3514229"/>
            <a:ext cx="88135" cy="8813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5A74D808-06F1-D653-41CF-7448DC524941}"/>
              </a:ext>
            </a:extLst>
          </p:cNvPr>
          <p:cNvSpPr/>
          <p:nvPr/>
        </p:nvSpPr>
        <p:spPr>
          <a:xfrm>
            <a:off x="10569198" y="2797450"/>
            <a:ext cx="88135" cy="8813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0D1AD94-5DCD-0A50-1C5B-29F393ACDA8D}"/>
              </a:ext>
            </a:extLst>
          </p:cNvPr>
          <p:cNvSpPr txBox="1"/>
          <p:nvPr/>
        </p:nvSpPr>
        <p:spPr>
          <a:xfrm>
            <a:off x="9344183" y="3574088"/>
            <a:ext cx="1947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Disregarded datapoint 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C68926CD-B589-AA56-B293-A3233FD99F9F}"/>
              </a:ext>
            </a:extLst>
          </p:cNvPr>
          <p:cNvSpPr/>
          <p:nvPr/>
        </p:nvSpPr>
        <p:spPr>
          <a:xfrm>
            <a:off x="10578482" y="3959211"/>
            <a:ext cx="88135" cy="8813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79D2572-EFD7-D271-6E90-AA423720944E}"/>
              </a:ext>
            </a:extLst>
          </p:cNvPr>
          <p:cNvSpPr txBox="1"/>
          <p:nvPr/>
        </p:nvSpPr>
        <p:spPr>
          <a:xfrm>
            <a:off x="1036771" y="2025910"/>
            <a:ext cx="971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0.012 Da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50109C7-77F8-170B-98EF-683600EFCEB4}"/>
              </a:ext>
            </a:extLst>
          </p:cNvPr>
          <p:cNvSpPr txBox="1"/>
          <p:nvPr/>
        </p:nvSpPr>
        <p:spPr>
          <a:xfrm>
            <a:off x="2174674" y="2024414"/>
            <a:ext cx="971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0.012 Da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F6F10C5-1329-58FE-F3B8-6EC77DD185B0}"/>
              </a:ext>
            </a:extLst>
          </p:cNvPr>
          <p:cNvSpPr txBox="1"/>
          <p:nvPr/>
        </p:nvSpPr>
        <p:spPr>
          <a:xfrm>
            <a:off x="2970637" y="1202823"/>
            <a:ext cx="971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0.012 Da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6A69CA4-B078-2966-9775-C21AE831F258}"/>
              </a:ext>
            </a:extLst>
          </p:cNvPr>
          <p:cNvSpPr txBox="1"/>
          <p:nvPr/>
        </p:nvSpPr>
        <p:spPr>
          <a:xfrm>
            <a:off x="4095465" y="1188305"/>
            <a:ext cx="971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0.012 Da</a:t>
            </a:r>
          </a:p>
        </p:txBody>
      </p:sp>
    </p:spTree>
    <p:extLst>
      <p:ext uri="{BB962C8B-B14F-4D97-AF65-F5344CB8AC3E}">
        <p14:creationId xmlns:p14="http://schemas.microsoft.com/office/powerpoint/2010/main" val="329824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3336-32B1-67EE-6FFA-481A333F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>
            <a:extLst>
              <a:ext uri="{FF2B5EF4-FFF2-40B4-BE49-F238E27FC236}">
                <a16:creationId xmlns:a16="http://schemas.microsoft.com/office/drawing/2014/main" id="{DBD85717-EFD8-E39C-8DC0-2355BA671A50}"/>
              </a:ext>
            </a:extLst>
          </p:cNvPr>
          <p:cNvSpPr txBox="1"/>
          <p:nvPr/>
        </p:nvSpPr>
        <p:spPr>
          <a:xfrm>
            <a:off x="0" y="214859"/>
            <a:ext cx="2296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Maximum augmentation distance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8E24B19-C78B-29A6-AE9F-7FAFAF3B721B}"/>
              </a:ext>
            </a:extLst>
          </p:cNvPr>
          <p:cNvCxnSpPr>
            <a:cxnSpLocks/>
          </p:cNvCxnSpPr>
          <p:nvPr/>
        </p:nvCxnSpPr>
        <p:spPr>
          <a:xfrm>
            <a:off x="1302204" y="580864"/>
            <a:ext cx="8722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C1F5BAF-7A56-E55A-DF3A-47F1B2477A6E}"/>
              </a:ext>
            </a:extLst>
          </p:cNvPr>
          <p:cNvSpPr txBox="1"/>
          <p:nvPr/>
        </p:nvSpPr>
        <p:spPr>
          <a:xfrm>
            <a:off x="-12470" y="717625"/>
            <a:ext cx="1978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Minimum Peak spacing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A181281-86B4-FC4F-ADFD-4BCB20D95455}"/>
              </a:ext>
            </a:extLst>
          </p:cNvPr>
          <p:cNvCxnSpPr>
            <a:cxnSpLocks/>
          </p:cNvCxnSpPr>
          <p:nvPr/>
        </p:nvCxnSpPr>
        <p:spPr>
          <a:xfrm flipV="1">
            <a:off x="1269703" y="1097838"/>
            <a:ext cx="920873" cy="26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776DD11E-D716-F1F5-1748-7A67F96975EE}"/>
              </a:ext>
            </a:extLst>
          </p:cNvPr>
          <p:cNvSpPr/>
          <p:nvPr/>
        </p:nvSpPr>
        <p:spPr>
          <a:xfrm>
            <a:off x="1948697" y="1247822"/>
            <a:ext cx="88135" cy="8813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282D9F1-F31D-93BE-3071-03786D9E20E2}"/>
              </a:ext>
            </a:extLst>
          </p:cNvPr>
          <p:cNvSpPr txBox="1"/>
          <p:nvPr/>
        </p:nvSpPr>
        <p:spPr>
          <a:xfrm>
            <a:off x="-15593" y="1132350"/>
            <a:ext cx="1317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Detected peak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8978A01-5F4F-BDAA-D0B5-74D1B0AC4794}"/>
              </a:ext>
            </a:extLst>
          </p:cNvPr>
          <p:cNvSpPr txBox="1"/>
          <p:nvPr/>
        </p:nvSpPr>
        <p:spPr>
          <a:xfrm>
            <a:off x="-12556" y="1407651"/>
            <a:ext cx="22962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Eligible neighboring datapoint for augmentation peak 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28A7C0E-C7B5-4532-A60F-1F2BA35AC1ED}"/>
              </a:ext>
            </a:extLst>
          </p:cNvPr>
          <p:cNvSpPr txBox="1"/>
          <p:nvPr/>
        </p:nvSpPr>
        <p:spPr>
          <a:xfrm>
            <a:off x="-27691" y="2089620"/>
            <a:ext cx="22962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Eligible neighboring datapoint for augmentation peak 2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41D1801-A316-D5C2-74B0-1E790AD42ED6}"/>
              </a:ext>
            </a:extLst>
          </p:cNvPr>
          <p:cNvSpPr/>
          <p:nvPr/>
        </p:nvSpPr>
        <p:spPr>
          <a:xfrm>
            <a:off x="1946542" y="2607960"/>
            <a:ext cx="88135" cy="8813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3E92282D-E4DA-D60A-0088-B8D91DAF71C4}"/>
              </a:ext>
            </a:extLst>
          </p:cNvPr>
          <p:cNvSpPr/>
          <p:nvPr/>
        </p:nvSpPr>
        <p:spPr>
          <a:xfrm>
            <a:off x="1948697" y="1941382"/>
            <a:ext cx="88135" cy="8813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4D536E1-370D-854F-2EE7-664F0DF4E62E}"/>
              </a:ext>
            </a:extLst>
          </p:cNvPr>
          <p:cNvSpPr txBox="1"/>
          <p:nvPr/>
        </p:nvSpPr>
        <p:spPr>
          <a:xfrm>
            <a:off x="-42826" y="2786202"/>
            <a:ext cx="1947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Disregarded datapoint 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23F3F38C-F2CA-BE07-E72F-54281BA7F0BD}"/>
              </a:ext>
            </a:extLst>
          </p:cNvPr>
          <p:cNvSpPr/>
          <p:nvPr/>
        </p:nvSpPr>
        <p:spPr>
          <a:xfrm>
            <a:off x="1948696" y="2938565"/>
            <a:ext cx="88135" cy="8813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E2EA53-8DCC-4BF0-29DC-8BFE0F4C9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480174"/>
              </p:ext>
            </p:extLst>
          </p:nvPr>
        </p:nvGraphicFramePr>
        <p:xfrm>
          <a:off x="3206834" y="561162"/>
          <a:ext cx="6376487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25443">
                  <a:extLst>
                    <a:ext uri="{9D8B030D-6E8A-4147-A177-3AD203B41FA5}">
                      <a16:colId xmlns:a16="http://schemas.microsoft.com/office/drawing/2014/main" val="946677456"/>
                    </a:ext>
                  </a:extLst>
                </a:gridCol>
                <a:gridCol w="451044">
                  <a:extLst>
                    <a:ext uri="{9D8B030D-6E8A-4147-A177-3AD203B41FA5}">
                      <a16:colId xmlns:a16="http://schemas.microsoft.com/office/drawing/2014/main" val="3218798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Maximum augmentation distance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70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Minimum Peak spacing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195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Detected peak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481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Eligible </a:t>
                      </a:r>
                      <a:r>
                        <a:rPr lang="en-US" sz="1800" dirty="0">
                          <a:latin typeface="Times" panose="020B7200000000000000" pitchFamily="34" charset="0"/>
                        </a:rPr>
                        <a:t>±</a:t>
                      </a:r>
                      <a:r>
                        <a:rPr lang="en-US" sz="1800" dirty="0"/>
                        <a:t> 2 neighboring datapoint for peak 1 augmentation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633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Eligible </a:t>
                      </a:r>
                      <a:r>
                        <a:rPr lang="en-US" sz="1800" dirty="0">
                          <a:latin typeface="Times" panose="020B7200000000000000" pitchFamily="34" charset="0"/>
                        </a:rPr>
                        <a:t>±</a:t>
                      </a:r>
                      <a:r>
                        <a:rPr lang="en-US" sz="1800" dirty="0"/>
                        <a:t> 2 neighboring datapoint for peak 2 augmentation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511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Disregarded datapoint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326979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138B67-2169-F178-9D81-C81401502504}"/>
              </a:ext>
            </a:extLst>
          </p:cNvPr>
          <p:cNvCxnSpPr>
            <a:cxnSpLocks/>
          </p:cNvCxnSpPr>
          <p:nvPr/>
        </p:nvCxnSpPr>
        <p:spPr>
          <a:xfrm>
            <a:off x="9154848" y="752851"/>
            <a:ext cx="392070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66FCF4-AA43-9B07-F86E-E6943C73937A}"/>
              </a:ext>
            </a:extLst>
          </p:cNvPr>
          <p:cNvCxnSpPr>
            <a:cxnSpLocks/>
          </p:cNvCxnSpPr>
          <p:nvPr/>
        </p:nvCxnSpPr>
        <p:spPr>
          <a:xfrm>
            <a:off x="9154848" y="1114400"/>
            <a:ext cx="392070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860513E-2078-E2F8-106C-526D71556AEC}"/>
              </a:ext>
            </a:extLst>
          </p:cNvPr>
          <p:cNvSpPr/>
          <p:nvPr/>
        </p:nvSpPr>
        <p:spPr>
          <a:xfrm>
            <a:off x="9273475" y="1412323"/>
            <a:ext cx="137160" cy="13716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B311A6-28C0-97C9-D590-A13EF4E1269B}"/>
              </a:ext>
            </a:extLst>
          </p:cNvPr>
          <p:cNvSpPr/>
          <p:nvPr/>
        </p:nvSpPr>
        <p:spPr>
          <a:xfrm>
            <a:off x="9282300" y="1796532"/>
            <a:ext cx="137160" cy="1371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6A4040-EE16-1ABC-3131-E0DA6040C69B}"/>
              </a:ext>
            </a:extLst>
          </p:cNvPr>
          <p:cNvSpPr/>
          <p:nvPr/>
        </p:nvSpPr>
        <p:spPr>
          <a:xfrm>
            <a:off x="9282300" y="2180741"/>
            <a:ext cx="137160" cy="13716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9359FD-A94A-78AA-A268-22AAC104643F}"/>
              </a:ext>
            </a:extLst>
          </p:cNvPr>
          <p:cNvSpPr/>
          <p:nvPr/>
        </p:nvSpPr>
        <p:spPr>
          <a:xfrm>
            <a:off x="9282300" y="2539380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949348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92</Words>
  <Application>Microsoft Macintosh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Jarrahi, Amin</dc:creator>
  <cp:lastModifiedBy>Jarrahi, Amin</cp:lastModifiedBy>
  <cp:revision>7</cp:revision>
  <dcterms:created xsi:type="dcterms:W3CDTF">2025-05-04T16:04:34Z</dcterms:created>
  <dcterms:modified xsi:type="dcterms:W3CDTF">2025-05-06T15:13:03Z</dcterms:modified>
</cp:coreProperties>
</file>