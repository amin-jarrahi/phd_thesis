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9"/>
  </p:normalViewPr>
  <p:slideViewPr>
    <p:cSldViewPr snapToGrid="0">
      <p:cViewPr>
        <p:scale>
          <a:sx n="116" d="100"/>
          <a:sy n="116" d="100"/>
        </p:scale>
        <p:origin x="3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9E74-1E2E-B894-5A6B-9B472DCB37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4D247-A8C1-1707-2745-C921D7A9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5F412-5BA5-88BD-5952-2400E935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4BA60-FE80-46E4-B2DF-21874B8E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B69B5-339A-8D83-08FA-2214FC3B5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5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6383-F22E-104A-08F1-E92D243B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EED2E-87EC-46DA-03E7-AA5949B5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87D8F-8A15-6D44-0D0B-AC83E8F6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7B148-214F-3CE9-12DE-D759CFC7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C1647-08B8-4C99-ED55-95149A9E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9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48160-E0FB-6F8A-F14F-DD78DA1C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12218-C49B-86A7-B60D-7F59EAF4D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74FD7-9B14-F441-49CF-9D73F0AA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9BB0E-45FE-F7DE-706B-8555774E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92D26-3472-AF44-DA7C-E907CC57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6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F6C9-26BA-CED4-0523-6A85754E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A1110-4122-C66A-0C15-2E7B93C55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0F228-3817-49F4-AC56-512FF8FE6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200CB-35A3-F482-184E-B955195E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07CF9-7326-3B26-E908-0E559AE9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BAC58-8A1B-B981-3946-DB98C980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9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AF4F-76AF-98A2-3D71-5BF8D22B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35C8D-D332-FB35-B5AC-F8A17BA94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9D1B1-5851-41DF-8E92-3614F1A72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17CEA-75EC-EF3F-72E5-007D29BE9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179B1E-C8D9-3596-C3E6-6CC5ADA57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DA36F-CB48-25A0-9348-119EA20C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DC38DF-D81C-576C-0897-AF1ABF5A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69F69-5C03-A3B2-45EF-3306E47E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6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5B38-8C51-8AB3-325C-F5FBA99B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D7AC2-6ADF-A001-22E8-04C1FE1B6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0AA52-6013-0F15-D5BE-C1E5B918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13208-B05F-7B44-317E-FBF2AD83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1DD3E-41E9-00D9-48E2-A5614AFE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D1D77-BAA2-4B60-B50B-A474503D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30346-FF5E-4097-40AB-6EE8837B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5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8377-166D-51B2-619C-AE37A936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83534-4367-DD85-3788-5564206EE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025E2-1312-1299-6D14-4E063FF71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61EAE-23AB-922E-0764-50C84E98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EB6E7-6307-BBFC-0922-F6B3CE0FD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903714-F9EC-C473-7CAC-46F955B6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03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63BB-0CDB-3731-84F4-92F5AAB0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06D533-43C2-82C3-F835-11E0F0AB8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6E005-A6C3-202E-3BAF-0C4BEEC16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EE555-40A6-10C7-51B8-23E7B7A1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C4973-1C2C-CC10-E67B-AF044C0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280AB-B6F7-5BEF-E93C-5215BD72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4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E380-9895-66FE-BAFF-3DEDEF72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2155F-FA16-920C-AB87-C53794CBE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7D454-F929-C269-2536-64516200D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BB5D3-B36E-9110-94B9-4D3AF9E6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1801E-3CF5-8A12-F622-82B348E2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25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DC695-69B4-4F5E-4CCA-2FAE6C891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B3350-A0F8-ED60-63C4-0393664F2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0D545-6DFB-B30B-BFEF-C5BE8FA1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62754-29CD-B77C-9944-ED71E063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C770D-FB46-97B8-E0F2-58950C13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56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7BDFD-4D61-1F3E-C438-DE855A2C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9CA22-7F05-4CE9-8A86-89C6D8AA7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ECD8B-EBC2-0635-5E62-37F833762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91391-24DA-5046-ACE1-EC538B8DDE3E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5E4A1-C9C3-9D9C-F787-CFBEBF9B7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5DDEC-D2B1-E0B2-6934-0602F39D7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F23872-BB96-144E-8E4A-8BA9E6E5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31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34D47E-6E5E-EDD4-3BAE-4879E038C2CE}"/>
              </a:ext>
            </a:extLst>
          </p:cNvPr>
          <p:cNvSpPr/>
          <p:nvPr/>
        </p:nvSpPr>
        <p:spPr>
          <a:xfrm>
            <a:off x="1824825" y="936481"/>
            <a:ext cx="2706887" cy="722728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read_imzml_ibd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6C763A3-F0ED-1089-232B-855238EC8F2E}"/>
              </a:ext>
            </a:extLst>
          </p:cNvPr>
          <p:cNvSpPr/>
          <p:nvPr/>
        </p:nvSpPr>
        <p:spPr>
          <a:xfrm>
            <a:off x="1172039" y="2167774"/>
            <a:ext cx="1948299" cy="56674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Parse imzml file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472ED2-B712-FE95-8798-0CD089CE29C1}"/>
              </a:ext>
            </a:extLst>
          </p:cNvPr>
          <p:cNvSpPr/>
          <p:nvPr/>
        </p:nvSpPr>
        <p:spPr>
          <a:xfrm>
            <a:off x="3217812" y="2167774"/>
            <a:ext cx="1948306" cy="56674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Read ibd file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4F1E45-D6A6-3934-435A-5FD7DCAD86B8}"/>
              </a:ext>
            </a:extLst>
          </p:cNvPr>
          <p:cNvSpPr/>
          <p:nvPr/>
        </p:nvSpPr>
        <p:spPr>
          <a:xfrm>
            <a:off x="1784090" y="3235540"/>
            <a:ext cx="2867444" cy="110549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Extract all m/z values, coordinates, and intensities</a:t>
            </a:r>
          </a:p>
        </p:txBody>
      </p:sp>
      <p:sp>
        <p:nvSpPr>
          <p:cNvPr id="8" name="Magnetic Disk 7">
            <a:extLst>
              <a:ext uri="{FF2B5EF4-FFF2-40B4-BE49-F238E27FC236}">
                <a16:creationId xmlns:a16="http://schemas.microsoft.com/office/drawing/2014/main" id="{6340DA1A-E247-6A3E-58F9-3BB7E0641158}"/>
              </a:ext>
            </a:extLst>
          </p:cNvPr>
          <p:cNvSpPr/>
          <p:nvPr/>
        </p:nvSpPr>
        <p:spPr>
          <a:xfrm>
            <a:off x="2146189" y="4842052"/>
            <a:ext cx="2143245" cy="1283326"/>
          </a:xfrm>
          <a:prstGeom prst="flowChartMagneticDisk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E4DCEC-B5A0-7014-89BA-FBD8CB09D63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2146189" y="1666755"/>
            <a:ext cx="0" cy="5010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4DBF69-2A8D-1760-90E3-B1AC067CCCF6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191964" y="1666755"/>
            <a:ext cx="1" cy="5010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BDE1717-A7F7-AE9B-20E1-DC15302B117B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146189" y="2734521"/>
            <a:ext cx="0" cy="5010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8A1DD6-1602-A293-A124-A16B2E97343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191965" y="2734521"/>
            <a:ext cx="0" cy="5010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B120E3-72F5-62AA-05C1-9A4F8E5A4969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>
            <a:off x="3217812" y="4341033"/>
            <a:ext cx="0" cy="5010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242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Jarrahi, Amin</dc:creator>
  <cp:lastModifiedBy>Jarrahi, Amin</cp:lastModifiedBy>
  <cp:revision>1</cp:revision>
  <dcterms:created xsi:type="dcterms:W3CDTF">2025-05-04T16:04:34Z</dcterms:created>
  <dcterms:modified xsi:type="dcterms:W3CDTF">2025-05-04T16:20:17Z</dcterms:modified>
</cp:coreProperties>
</file>